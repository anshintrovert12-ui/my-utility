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96" r:id="rId1"/>
  </p:sldMasterIdLst>
  <p:notesMasterIdLst>
    <p:notesMasterId r:id="rId2"/>
  </p:notesMasterIdLst>
  <p:sldIdLst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41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4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4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8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 smtClean="0"/>
              <a:t>单击此处编辑母版副标题样式</a:t>
            </a:r>
            <a:endParaRPr altLang="en-US" lang="zh-CN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96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59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59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12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  <p:sp>
        <p:nvSpPr>
          <p:cNvPr id="104861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61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17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18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1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62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2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  <p:sp>
        <p:nvSpPr>
          <p:cNvPr id="104862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2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  <p:sp>
        <p:nvSpPr>
          <p:cNvPr id="104862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2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62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2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87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58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631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34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35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  <p:sp>
        <p:nvSpPr>
          <p:cNvPr id="104863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63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01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602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 smtClean="0"/>
              <a:t>单击此处编辑母版文本样式</a:t>
            </a:r>
          </a:p>
        </p:txBody>
      </p:sp>
      <p:sp>
        <p:nvSpPr>
          <p:cNvPr id="1048603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60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0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07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0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60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91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59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59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</a:p>
          <a:p>
            <a:pPr lvl="1"/>
            <a:r>
              <a:rPr altLang="en-US" lang="zh-CN" smtClean="0"/>
              <a:t>第二级</a:t>
            </a:r>
          </a:p>
          <a:p>
            <a:pPr lvl="2"/>
            <a:r>
              <a:rPr altLang="en-US" lang="zh-CN" smtClean="0"/>
              <a:t>第三级</a:t>
            </a:r>
          </a:p>
          <a:p>
            <a:pPr lvl="3"/>
            <a:r>
              <a:rPr altLang="en-US" lang="zh-CN" smtClean="0"/>
              <a:t>第四级</a:t>
            </a:r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altLang="en-US" lang="zh-CN" smtClean="0"/>
              <a:t>2020/1/15</a:t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0" y="0"/>
            <a:ext cx="12185650" cy="6686833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0" y="969"/>
            <a:ext cx="12185650" cy="6851082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0" y="0"/>
            <a:ext cx="12307418" cy="6853020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0" y="25863"/>
            <a:ext cx="12185650" cy="6801293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12449" y="0"/>
            <a:ext cx="12160751" cy="6853020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0" y="38176"/>
            <a:ext cx="12185650" cy="6776668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29508" y="0"/>
            <a:ext cx="12126633" cy="6853020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0" y="45520"/>
            <a:ext cx="12185650" cy="6761979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0" y="0"/>
            <a:ext cx="12185650" cy="6849986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0" y="38176"/>
            <a:ext cx="12185650" cy="6776668"/>
          </a:xfrm>
          <a:prstGeom prst="rect"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2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0">
            <a:off x="0" y="13461"/>
            <a:ext cx="12185650" cy="6826097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picture　１"/>
          <p:cNvPicPr>
            <a:picLocks noChangeAspect="1" noCrop="1"/>
          </p:cNvPicPr>
          <p:nvPr/>
        </p:nvPicPr>
        <p:blipFill>
          <a:blip xmlns:r="http://schemas.openxmlformats.org/officeDocument/2006/relationships" r:embed="rId1" cstate="print"/>
          <a:srcRect/>
          <a:stretch>
            <a:fillRect/>
          </a:stretch>
        </p:blipFill>
        <p:spPr>
          <a:xfrm rot="21284">
            <a:off x="-626" y="-32621"/>
            <a:ext cx="12174838" cy="6942959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演示文稿</dc:title>
  <dc:creator>NJVV-11048100</dc:creator>
  <cp:lastModifiedBy>NJVV-11048100</cp:lastModifiedBy>
  <dcterms:created xsi:type="dcterms:W3CDTF">2020-01-14T13:09:52Z</dcterms:created>
  <dcterms:modified xsi:type="dcterms:W3CDTF">2026-09-27T15:03:14Z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4d439339e5a249ec9ebeaabb6d5eb2ad</vt:lpwstr>
  </property>
</Properties>
</file>